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1fe5ef28f043d8" /><Relationship Type="http://schemas.openxmlformats.org/officeDocument/2006/relationships/extended-properties" Target="/docProps/app.xml" Id="Rdb045dbff8d942ec" /><Relationship Type="http://schemas.openxmlformats.org/officeDocument/2006/relationships/officeDocument" Target="/ppt/presentation.xml" Id="R8675a1e1c4f14c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1f87cdc2b34d40"/>
  </p:sldMasterIdLst>
  <p:notesMasterIdLst>
    <p:notesMasterId xmlns:r="http://schemas.openxmlformats.org/officeDocument/2006/relationships" r:id="R035f15aaf0ec4120"/>
  </p:notesMasterIdLst>
  <p:sldIdLst>
    <p:sldId xmlns:r="http://schemas.openxmlformats.org/officeDocument/2006/relationships" id="256" r:id="R2bc260bb09e14ac9"/>
    <p:sldId xmlns:r="http://schemas.openxmlformats.org/officeDocument/2006/relationships" id="257" r:id="Ra9c5810f829a477d"/>
    <p:sldId xmlns:r="http://schemas.openxmlformats.org/officeDocument/2006/relationships" id="258" r:id="R4cac9dce35574c29"/>
    <p:sldId xmlns:r="http://schemas.openxmlformats.org/officeDocument/2006/relationships" id="259" r:id="R7403279548ad459a"/>
    <p:sldId xmlns:r="http://schemas.openxmlformats.org/officeDocument/2006/relationships" id="260" r:id="Rabf2b1c3ec814439"/>
    <p:sldId xmlns:r="http://schemas.openxmlformats.org/officeDocument/2006/relationships" id="261" r:id="R30a2ff4edd244f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86ce34cfbc4138" /><Relationship Type="http://schemas.openxmlformats.org/officeDocument/2006/relationships/slideMaster" Target="/ppt/slideMasters/slideMaster1.xml" Id="R111f87cdc2b34d40" /><Relationship Type="http://schemas.openxmlformats.org/officeDocument/2006/relationships/notesMaster" Target="/ppt/notesMasters/notesMaster1.xml" Id="R035f15aaf0ec4120" /><Relationship Type="http://schemas.openxmlformats.org/officeDocument/2006/relationships/presProps" Target="/ppt/presProps.xml" Id="R83c597ab3dc5403b" /><Relationship Type="http://schemas.openxmlformats.org/officeDocument/2006/relationships/tableStyles" Target="/ppt/tableStyles.xml" Id="R1a263549943e408f" /><Relationship Type="http://schemas.openxmlformats.org/officeDocument/2006/relationships/slide" Target="/ppt/slides/slide1.xml" Id="R2bc260bb09e14ac9" /><Relationship Type="http://schemas.openxmlformats.org/officeDocument/2006/relationships/slide" Target="/ppt/slides/slide2.xml" Id="Ra9c5810f829a477d" /><Relationship Type="http://schemas.openxmlformats.org/officeDocument/2006/relationships/slide" Target="/ppt/slides/slide3.xml" Id="R4cac9dce35574c29" /><Relationship Type="http://schemas.openxmlformats.org/officeDocument/2006/relationships/slide" Target="/ppt/slides/slide4.xml" Id="R7403279548ad459a" /><Relationship Type="http://schemas.openxmlformats.org/officeDocument/2006/relationships/slide" Target="/ppt/slides/slide5.xml" Id="Rabf2b1c3ec814439" /><Relationship Type="http://schemas.openxmlformats.org/officeDocument/2006/relationships/slide" Target="/ppt/slides/slide6.xml" Id="R30a2ff4edd244f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874003011848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82fbf2629940a8" /><Relationship Type="http://schemas.openxmlformats.org/officeDocument/2006/relationships/notesMaster" Target="/ppt/notesMasters/notesMaster1.xml" Id="Rcfffbd89a6d048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94200b994649c2" /><Relationship Type="http://schemas.openxmlformats.org/officeDocument/2006/relationships/notesMaster" Target="/ppt/notesMasters/notesMaster1.xml" Id="R814e6ca1c30441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da5a44ad3949ed" /><Relationship Type="http://schemas.openxmlformats.org/officeDocument/2006/relationships/notesMaster" Target="/ppt/notesMasters/notesMaster1.xml" Id="Rec1f0af44b2942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d39a07b3bd4983" /><Relationship Type="http://schemas.openxmlformats.org/officeDocument/2006/relationships/notesMaster" Target="/ppt/notesMasters/notesMaster1.xml" Id="R5709dfc9c13e43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309fec6f344189" /><Relationship Type="http://schemas.openxmlformats.org/officeDocument/2006/relationships/notesMaster" Target="/ppt/notesMasters/notesMaster1.xml" Id="R3f4fdd7fa59948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96b5700e19417f" /><Relationship Type="http://schemas.openxmlformats.org/officeDocument/2006/relationships/notesMaster" Target="/ppt/notesMasters/notesMaster1.xml" Id="R836073f72b7749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Independent hackathon prototype. OpenAI Codex assisted implementation and documentation. No production protection or traction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https://eips.ethereum.org/EIPS/eip-2612 ; https://revoke.cash/learn/approvals/what-are-eip2612-permit-signatures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Revoke.cash already supports cancellation. Rabby already stores signatures. Inspected Rabby reference commit: 66c312834b2706232adb9a1b1a67b9eb7644f9a8. Sources: https://revoke.cash/learn/approvals/what-are-eip2612-permit-signatures ; https://github.com/RabbyHub/Rabby/blob/66c312834b2706232adb9a1b1a67b9eb7644f9a8/src/background/service/signTextHistory.ts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prototype screenshot. Real EthereumJS VM execution; isolated browser state and valueless test tokens. No personal wallet is connected.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prototype screenshot after cancellation. The 750 tUSD is synthetic exposure, not real loss prevented. The original signature and test transfer fail after same-nonce cancellation.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interviews, active-user metrics, business savings or security audit are claimed. Public source: https://github.com/xiehuanyi/permitscope . OpenAI Codex assisted research, code, tests, UI and docs. OpenZeppelin and EthereumJS provide the core token and execution dependencies.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2f7a51c9c94c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da6a20cba84880" /><Relationship Type="http://schemas.openxmlformats.org/officeDocument/2006/relationships/slideLayout" Target="/ppt/slideLayouts/slideLayout1.xml" Id="R368f6def484147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8f6def484147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8d4bb0e5b4984" /><Relationship Type="http://schemas.openxmlformats.org/officeDocument/2006/relationships/notesSlide" Target="/ppt/notesSlides/notesSlide1.xml" Id="R491d76d49cd042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2a138c8a3e4cd1" /><Relationship Type="http://schemas.openxmlformats.org/officeDocument/2006/relationships/notesSlide" Target="/ppt/notesSlides/notesSlide2.xml" Id="R80cbf5b748564f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03d365041b495c" /><Relationship Type="http://schemas.openxmlformats.org/officeDocument/2006/relationships/notesSlide" Target="/ppt/notesSlides/notesSlide3.xml" Id="Rf89724c653384c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26999949af4cf2" /><Relationship Type="http://schemas.openxmlformats.org/officeDocument/2006/relationships/image" Target="/ppt/media/image.png" Id="R032d7cf6d9c24b33" /><Relationship Type="http://schemas.openxmlformats.org/officeDocument/2006/relationships/notesSlide" Target="/ppt/notesSlides/notesSlide4.xml" Id="R067423a11a2f43a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c1758f20f4916" /><Relationship Type="http://schemas.openxmlformats.org/officeDocument/2006/relationships/image" Target="/ppt/media/image2.png" Id="R5f7ec18dbbb54ac6" /><Relationship Type="http://schemas.openxmlformats.org/officeDocument/2006/relationships/notesSlide" Target="/ppt/notesSlides/notesSlide5.xml" Id="Rac08a67b4eb543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75c53ef7814785" /><Relationship Type="http://schemas.openxmlformats.org/officeDocument/2006/relationships/notesSlide" Target="/ppt/notesSlides/notesSlide6.xml" Id="Rdb6838fb71c24c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E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B04A76-239E-495D-B5E2-627911F9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00" b="1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PermitScope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B9CF4-25BE-49CF-AAE2-5892D977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rPr>
              <a:t>PermitScope · 3rd-Web-Hack · September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3F65F5-C7CA-4862-973B-B6B4ABC4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3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rPr>
              <a:t>Know what you signed.</a:t>
            </a:r>
          </a:p>
          <a:p xmlns:a="http://schemas.openxmlformats.org/drawingml/2006/main">
            <a:pPr>
              <a:defRPr sz="43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3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rPr>
              <a:t>Know what is still open.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3B9E2-53BF-4F37-88D0-3607CA0C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Captured ERC-2612 permissions, lifecycle checks,</a:t>
            </a:r>
          </a:p>
          <a:p xmlns:a="http://schemas.openxmlformats.org/drawingml/2006/main">
            <a:pPr>
              <a:defRPr sz="217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and an inspectable cancellation outcome.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803E1-BEB5-4168-A3AF-2088B950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rPr>
              <a:t>https://hackathon.pocketplay.win/permitscope/</a:t>
            </a:r>
          </a:p>
        </p:txBody>
      </p:sp>
    </p:spTree>
    <p:extLst>
      <p:ext uri="{BB962C8B-B14F-4D97-AF65-F5344CB8AC3E}">
        <p14:creationId xmlns:p14="http://schemas.microsoft.com/office/powerpoint/2010/main" val="2874340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E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73363D-1EB7-4E0F-B16E-6F333EEA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00" b="1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Zero allowance can hide a usable signature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D58E7E-7323-4A13-862B-7B0E20CB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rPr>
              <a:t>PermitScope · 3rd-Web-Hack · September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CB34F-E8CF-43C2-AD7C-B02126AB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668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A user signs a permit.</a:t>
            </a:r>
          </a:p>
          <a:p xmlns:a="http://schemas.openxmlformats.org/drawingml/2006/main">
            <a:pPr>
              <a:defRPr sz="2700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It has not been submitted on-chain.</a:t>
            </a:r>
          </a:p>
          <a:p xmlns:a="http://schemas.openxmlformats.org/drawingml/2006/main">
            <a:pPr>
              <a:defRPr sz="2700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The spender’s current allowance is zero.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FA558-16C2-4DAF-B82B-9C3345D8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rPr>
              <a:t>The signature can still activate an allowance later.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D9EDDC-0F06-4261-8913-67C08792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rPr>
              <a:t>The user needs the captured signature context as well as current chain state.</a:t>
            </a:r>
          </a:p>
        </p:txBody>
      </p:sp>
    </p:spTree>
    <p:extLst>
      <p:ext uri="{BB962C8B-B14F-4D97-AF65-F5344CB8AC3E}">
        <p14:creationId xmlns:p14="http://schemas.microsoft.com/office/powerpoint/2010/main" val="3953466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E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AD6D6A-3A37-401A-81A4-FCAC8A39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00" b="1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Existing protections and the remaining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AB11F1-DB7C-4F97-BF3A-1E2B8537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rPr>
              <a:t>PermitScope · 3rd-Web-Hack · September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6004A9-8EAC-4443-B7BA-F7E8AA27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763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Revoke.cash: existing permit cancellation</a:t>
            </a:r>
          </a:p>
          <a:p xmlns:a="http://schemas.openxmlformats.org/drawingml/2006/main">
            <a:pPr>
              <a:defRPr sz="2550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Rabby: existing signature history</a:t>
            </a:r>
          </a:p>
          <a:p xmlns:a="http://schemas.openxmlformats.org/drawingml/2006/main">
            <a:pPr>
              <a:defRPr sz="2550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Wallet security tools: existing risk detection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C8AC3-24BF-4219-A884-94E15844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rPr>
              <a:t>Our focus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6C3E8D-9D15-4B68-BB59-EC6F2017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10382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Keep captured permissions tied to their lifecycle, distinguish signature state from allowance, and verify the outcome by execution.</a:t>
            </a:r>
          </a:p>
        </p:txBody>
      </p:sp>
    </p:spTree>
    <p:extLst>
      <p:ext uri="{BB962C8B-B14F-4D97-AF65-F5344CB8AC3E}">
        <p14:creationId xmlns:p14="http://schemas.microsoft.com/office/powerpoint/2010/main" val="12848713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E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872911-5CF4-46D3-9785-0E98093B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00" b="1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A working permission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12030-4A39-484A-83B7-A50D636C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rPr>
              <a:t>PermitScope · 3rd-Web-Hack · September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8DB236-B4F4-44E6-A2FB-7E90B9EE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rPr>
              <a:t>Capture → inspect → cancel → verify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2d7cf6d9c24b33"/>
          <a:stretch xmlns:a="http://schemas.openxmlformats.org/drawingml/2006/main"/>
        </p:blipFill>
        <p:spPr>
          <a:xfrm xmlns:a="http://schemas.openxmlformats.org/drawingml/2006/main">
            <a:off x="2582333" y="2171700"/>
            <a:ext cx="7027333" cy="3952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4094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E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BB98FC-333C-41B3-A30D-6D774856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00" b="1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Verified local result: the old signature is rejected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465CFB-1C34-4C89-BDE8-BFC3E01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rPr>
              <a:t>PermitScope · 3rd-Web-Hack · September 2026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7ec18dbbb54ac6"/>
          <a:stretch xmlns:a="http://schemas.openxmlformats.org/drawingml/2006/main"/>
        </p:blipFill>
        <p:spPr>
          <a:xfrm xmlns:a="http://schemas.openxmlformats.org/drawingml/2006/main">
            <a:off x="757767" y="1552575"/>
            <a:ext cx="8009467" cy="45053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5F9ACE-090D-4104-87EF-ADB22A65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05000"/>
            <a:ext cx="2190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rPr>
              <a:t>750 tUSD</a:t>
            </a:r>
          </a:p>
          <a:p xmlns:a="http://schemas.openxmlformats.org/drawingml/2006/main">
            <a:pPr>
              <a:def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rPr>
              <a:t>before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1D5121-FF47-43EF-8366-2DCDBBC2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33750"/>
            <a:ext cx="2190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rPr>
              <a:t>Rejected</a:t>
            </a:r>
          </a:p>
          <a:p xmlns:a="http://schemas.openxmlformats.org/drawingml/2006/main">
            <a:pPr>
              <a:def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rPr>
              <a:t>after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16226-9135-4BD3-8ABE-DE684B79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00062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rPr>
              <a:t>Test assets</a:t>
            </a:r>
          </a:p>
          <a:p xmlns:a="http://schemas.openxmlformats.org/drawingml/2006/main">
            <a:pPr>
              <a:defRPr sz="172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rPr>
              <a:t>Browser EVM</a:t>
            </a:r>
          </a:p>
        </p:txBody>
      </p:sp>
    </p:spTree>
    <p:extLst>
      <p:ext uri="{BB962C8B-B14F-4D97-AF65-F5344CB8AC3E}">
        <p14:creationId xmlns:p14="http://schemas.microsoft.com/office/powerpoint/2010/main" val="2930906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E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CFAD0-36D1-46D7-8B7F-9A3460DC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00" b="1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Boundaries and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0DFE2-5053-4599-B5F5-03CB9A7B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rPr>
              <a:t>PermitScope · 3rd-Web-Hack · September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83888-17B9-4F58-A10F-7D526374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04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rPr>
              <a:t>Current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8E24C-1EC2-4E3B-B567-42960945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504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Captured standard ERC-2612 permits</a:t>
            </a:r>
          </a:p>
          <a:p xmlns:a="http://schemas.openxmlformats.org/drawingml/2006/main">
            <a:pPr>
              <a:defRPr sz="23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Known token implementation</a:t>
            </a:r>
          </a:p>
          <a:p xmlns:a="http://schemas.openxmlformats.org/drawingml/2006/main">
            <a:pPr>
              <a:defRPr sz="23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Real execution on an isolated EVM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56DD2-A659-4E1A-AE9D-0E0B5553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714500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8EF0A7"/>
                </a:solidFill>
                <a:latin typeface="Liberation Sans"/>
                <a:ea typeface="Liberation Sans"/>
                <a:cs typeface="Liberation Sans"/>
              </a:rPr>
              <a:t>Next validation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032160-83B8-42FC-9141-8E5A93B7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Wallet recorder integration</a:t>
            </a:r>
          </a:p>
          <a:p xmlns:a="http://schemas.openxmlformats.org/drawingml/2006/main">
            <a:pPr>
              <a:defRPr sz="23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Public-network state verification</a:t>
            </a:r>
          </a:p>
          <a:p xmlns:a="http://schemas.openxmlformats.org/drawingml/2006/main">
            <a:pPr>
              <a:defRPr sz="23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EDF5EF"/>
                </a:solidFill>
                <a:latin typeface="Liberation Sans"/>
                <a:ea typeface="Liberation Sans"/>
                <a:cs typeface="Liberation Sans"/>
              </a:rPr>
              <a:t>User comprehension and coverage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D63EF-D072-4919-B260-5D2CCD0D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76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B4CABC"/>
                </a:solidFill>
                <a:latin typeface="Liberation Sans"/>
                <a:ea typeface="Liberation Sans"/>
                <a:cs typeface="Liberation Sans"/>
              </a:rPr>
              <a:t>Unrecorded signatures remain invisible. No universal protection or recovery of stolen funds is promised.</a:t>
            </a:r>
          </a:p>
        </p:txBody>
      </p:sp>
    </p:spTree>
    <p:extLst>
      <p:ext uri="{BB962C8B-B14F-4D97-AF65-F5344CB8AC3E}">
        <p14:creationId xmlns:p14="http://schemas.microsoft.com/office/powerpoint/2010/main" val="11138225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2026-09-21T13:26:32.3240000Z</dcterms:created>
  <dcterms:modified xsi:type="dcterms:W3CDTF">2026-09-21T13:26:32.3240000Z</dcterms:modified>
</coreProperties>
</file>