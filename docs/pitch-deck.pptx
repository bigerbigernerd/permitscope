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e030c7807f04c2f" /><Relationship Type="http://schemas.openxmlformats.org/officeDocument/2006/relationships/extended-properties" Target="/docProps/app.xml" Id="Re54ed79bc4184187" /><Relationship Type="http://schemas.openxmlformats.org/officeDocument/2006/relationships/officeDocument" Target="/ppt/presentation.xml" Id="R570406a4c9ba471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80e7c7dcd6e4cc9"/>
  </p:sldMasterIdLst>
  <p:notesMasterIdLst>
    <p:notesMasterId xmlns:r="http://schemas.openxmlformats.org/officeDocument/2006/relationships" r:id="R96a8bb1d111643f5"/>
  </p:notesMasterIdLst>
  <p:sldIdLst>
    <p:sldId xmlns:r="http://schemas.openxmlformats.org/officeDocument/2006/relationships" id="256" r:id="R357c9bf57f774a0d"/>
    <p:sldId xmlns:r="http://schemas.openxmlformats.org/officeDocument/2006/relationships" id="257" r:id="Ra669344a228646e0"/>
    <p:sldId xmlns:r="http://schemas.openxmlformats.org/officeDocument/2006/relationships" id="258" r:id="Rb8bdebf9821b4261"/>
    <p:sldId xmlns:r="http://schemas.openxmlformats.org/officeDocument/2006/relationships" id="259" r:id="R41b0c9c32c544477"/>
    <p:sldId xmlns:r="http://schemas.openxmlformats.org/officeDocument/2006/relationships" id="260" r:id="R8239331d588f4376"/>
    <p:sldId xmlns:r="http://schemas.openxmlformats.org/officeDocument/2006/relationships" id="261" r:id="Re7f46a48302d4b8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fcc2c4783f14db2" /><Relationship Type="http://schemas.openxmlformats.org/officeDocument/2006/relationships/slideMaster" Target="/ppt/slideMasters/slideMaster1.xml" Id="R080e7c7dcd6e4cc9" /><Relationship Type="http://schemas.openxmlformats.org/officeDocument/2006/relationships/notesMaster" Target="/ppt/notesMasters/notesMaster1.xml" Id="R96a8bb1d111643f5" /><Relationship Type="http://schemas.openxmlformats.org/officeDocument/2006/relationships/presProps" Target="/ppt/presProps.xml" Id="R5dcb2be71cb24328" /><Relationship Type="http://schemas.openxmlformats.org/officeDocument/2006/relationships/tableStyles" Target="/ppt/tableStyles.xml" Id="R20a5588468cd4d6f" /><Relationship Type="http://schemas.openxmlformats.org/officeDocument/2006/relationships/slide" Target="/ppt/slides/slide1.xml" Id="R357c9bf57f774a0d" /><Relationship Type="http://schemas.openxmlformats.org/officeDocument/2006/relationships/slide" Target="/ppt/slides/slide2.xml" Id="Ra669344a228646e0" /><Relationship Type="http://schemas.openxmlformats.org/officeDocument/2006/relationships/slide" Target="/ppt/slides/slide3.xml" Id="Rb8bdebf9821b4261" /><Relationship Type="http://schemas.openxmlformats.org/officeDocument/2006/relationships/slide" Target="/ppt/slides/slide4.xml" Id="R41b0c9c32c544477" /><Relationship Type="http://schemas.openxmlformats.org/officeDocument/2006/relationships/slide" Target="/ppt/slides/slide5.xml" Id="R8239331d588f4376" /><Relationship Type="http://schemas.openxmlformats.org/officeDocument/2006/relationships/slide" Target="/ppt/slides/slide6.xml" Id="Re7f46a48302d4b8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242088da32c432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ac359d3a2c34df4" /><Relationship Type="http://schemas.openxmlformats.org/officeDocument/2006/relationships/notesMaster" Target="/ppt/notesMasters/notesMaster1.xml" Id="R5a407dc096da429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c58c96d57694e82" /><Relationship Type="http://schemas.openxmlformats.org/officeDocument/2006/relationships/notesMaster" Target="/ppt/notesMasters/notesMaster1.xml" Id="R3399dfd3e6a54f3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f83ee9c38154a9b" /><Relationship Type="http://schemas.openxmlformats.org/officeDocument/2006/relationships/notesMaster" Target="/ppt/notesMasters/notesMaster1.xml" Id="Rdd5ef9ddb439437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c5fbb812e3d43f8" /><Relationship Type="http://schemas.openxmlformats.org/officeDocument/2006/relationships/notesMaster" Target="/ppt/notesMasters/notesMaster1.xml" Id="Rddb6f704351948a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3e9fa9fe47243be" /><Relationship Type="http://schemas.openxmlformats.org/officeDocument/2006/relationships/notesMaster" Target="/ppt/notesMasters/notesMaster1.xml" Id="R98df54288f3a4bb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691b36d66ae404f" /><Relationship Type="http://schemas.openxmlformats.org/officeDocument/2006/relationships/notesMaster" Target="/ppt/notesMasters/notesMaster1.xml" Id="R08fe770a53fc4a1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Independent hackathon prototype. OpenAI Codex assisted implementation and documentation. No production protection or traction claimed.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https://eips.ethereum.org/EIPS/eip-2612 ; https://revoke.cash/learn/approvals/what-are-eip2612-permit-signatures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Revoke.cash already supports cancellation. Rabby already stores signatures. Inspected Rabby reference commit: 66c312834b2706232adb9a1b1a67b9eb7644f9a8. Sources: https://revoke.cash/learn/approvals/what-are-eip2612-permit-signatures ; https://github.com/RabbyHub/Rabby/blob/66c312834b2706232adb9a1b1a67b9eb7644f9a8/src/background/service/signTextHistory.ts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Actual prototype screenshot. Real EthereumJS VM execution; isolated browser state and valueless test tokens. No personal wallet is connected.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Actual prototype screenshot after cancellation. The 750 tUSD is synthetic exposure, not real loss prevented. The original signature and test transfer fail after same-nonce cancellation.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 interviews, active-user metrics, business savings or security audit are claimed. Public source: https://github.com/bigerbigernerd/permitscope . OpenAI Codex assisted research, code, tests, UI and docs. OpenZeppelin and EthereumJS provide the core token and execution dependencies.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9f78a68bd2e4bb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7a94dba071a462d" /><Relationship Type="http://schemas.openxmlformats.org/officeDocument/2006/relationships/slideLayout" Target="/ppt/slideLayouts/slideLayout1.xml" Id="Refa104c0693b40c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fa104c0693b40c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76b4dc67024154" /><Relationship Type="http://schemas.openxmlformats.org/officeDocument/2006/relationships/notesSlide" Target="/ppt/notesSlides/notesSlide1.xml" Id="R327766340028449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defcf2644e453c" /><Relationship Type="http://schemas.openxmlformats.org/officeDocument/2006/relationships/notesSlide" Target="/ppt/notesSlides/notesSlide2.xml" Id="R7783ad83e0a0443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f0cdf4a4ea4642" /><Relationship Type="http://schemas.openxmlformats.org/officeDocument/2006/relationships/notesSlide" Target="/ppt/notesSlides/notesSlide3.xml" Id="R6b4242644eda4da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3ee5daeacb4c6d" /><Relationship Type="http://schemas.openxmlformats.org/officeDocument/2006/relationships/image" Target="/ppt/media/image.png" Id="R47944aef71544908" /><Relationship Type="http://schemas.openxmlformats.org/officeDocument/2006/relationships/notesSlide" Target="/ppt/notesSlides/notesSlide4.xml" Id="Ra6a36c73caba4cd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0d83b0eec049c8" /><Relationship Type="http://schemas.openxmlformats.org/officeDocument/2006/relationships/image" Target="/ppt/media/image2.png" Id="Re2f67c80742e4d2f" /><Relationship Type="http://schemas.openxmlformats.org/officeDocument/2006/relationships/notesSlide" Target="/ppt/notesSlides/notesSlide5.xml" Id="R9b92d013d91b405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7c502fede34474" /><Relationship Type="http://schemas.openxmlformats.org/officeDocument/2006/relationships/notesSlide" Target="/ppt/notesSlides/notesSlide6.xml" Id="Rb9605af238264da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80E0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A31E4B-5B48-4E41-87BD-A0310D24A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EDF5E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600" b="1">
                <a:solidFill>
                  <a:srgbClr val="EDF5EF"/>
                </a:solidFill>
                <a:latin typeface="Liberation Sans"/>
                <a:ea typeface="Liberation Sans"/>
                <a:cs typeface="Liberation Sans"/>
              </a:rPr>
              <a:t>PermitScope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3719DC-43A2-4043-A6D9-57B34BC3E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53175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B4CAB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0">
                <a:solidFill>
                  <a:srgbClr val="B4CABC"/>
                </a:solidFill>
                <a:latin typeface="Liberation Sans"/>
                <a:ea typeface="Liberation Sans"/>
                <a:cs typeface="Liberation Sans"/>
              </a:rPr>
              <a:t>PermitScope · 3rd-Web-Hack · September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107879-E7B7-4AB4-BFE0-E84330C79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10477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8EF0A7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4350" b="1">
                <a:solidFill>
                  <a:srgbClr val="8EF0A7"/>
                </a:solidFill>
                <a:latin typeface="Liberation Sans"/>
                <a:ea typeface="Liberation Sans"/>
                <a:cs typeface="Liberation Sans"/>
              </a:rPr>
              <a:t>Know what you signed.</a:t>
            </a:r>
          </a:p>
          <a:p xmlns:a="http://schemas.openxmlformats.org/drawingml/2006/main">
            <a:pPr>
              <a:defRPr sz="4350" b="1">
                <a:solidFill>
                  <a:srgbClr val="8EF0A7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4350" b="1">
                <a:solidFill>
                  <a:srgbClr val="8EF0A7"/>
                </a:solidFill>
                <a:latin typeface="Liberation Sans"/>
                <a:ea typeface="Liberation Sans"/>
                <a:cs typeface="Liberation Sans"/>
              </a:rPr>
              <a:t>Know what is still open.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388130-062F-4383-8B98-A201C4511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10477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EDF5E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175" b="0">
                <a:solidFill>
                  <a:srgbClr val="EDF5EF"/>
                </a:solidFill>
                <a:latin typeface="Liberation Sans"/>
                <a:ea typeface="Liberation Sans"/>
                <a:cs typeface="Liberation Sans"/>
              </a:rPr>
              <a:t>Captured ERC-2612 permissions, lifecycle checks,</a:t>
            </a:r>
          </a:p>
          <a:p xmlns:a="http://schemas.openxmlformats.org/drawingml/2006/main">
            <a:pPr>
              <a:defRPr sz="2175" b="0">
                <a:solidFill>
                  <a:srgbClr val="EDF5E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175" b="0">
                <a:solidFill>
                  <a:srgbClr val="EDF5EF"/>
                </a:solidFill>
                <a:latin typeface="Liberation Sans"/>
                <a:ea typeface="Liberation Sans"/>
                <a:cs typeface="Liberation Sans"/>
              </a:rPr>
              <a:t>and an inspectable cancellation outcome.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36F48C-52CD-4F87-8D3E-C44838FCF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81625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B4CAB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B4CABC"/>
                </a:solidFill>
                <a:latin typeface="Liberation Sans"/>
                <a:ea typeface="Liberation Sans"/>
                <a:cs typeface="Liberation Sans"/>
              </a:rPr>
              <a:t>https://hackathon.pocketplay.win/permitscope/</a:t>
            </a:r>
          </a:p>
        </p:txBody>
      </p:sp>
    </p:spTree>
    <p:extLst>
      <p:ext uri="{BB962C8B-B14F-4D97-AF65-F5344CB8AC3E}">
        <p14:creationId xmlns:p14="http://schemas.microsoft.com/office/powerpoint/2010/main" val="44394606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80E0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97DF92-D1D8-4010-9EF0-2285BED68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EDF5E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600" b="1">
                <a:solidFill>
                  <a:srgbClr val="EDF5EF"/>
                </a:solidFill>
                <a:latin typeface="Liberation Sans"/>
                <a:ea typeface="Liberation Sans"/>
                <a:cs typeface="Liberation Sans"/>
              </a:rPr>
              <a:t>Zero allowance can hide a usable signature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750CC9-3C6B-42F6-B974-BDA704535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53175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B4CAB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0">
                <a:solidFill>
                  <a:srgbClr val="B4CABC"/>
                </a:solidFill>
                <a:latin typeface="Liberation Sans"/>
                <a:ea typeface="Liberation Sans"/>
                <a:cs typeface="Liberation Sans"/>
              </a:rPr>
              <a:t>PermitScope · 3rd-Web-Hack · September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56D160-FEEC-432E-9B05-B095B083A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57375"/>
            <a:ext cx="106680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EDF5E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700" b="0">
                <a:solidFill>
                  <a:srgbClr val="EDF5EF"/>
                </a:solidFill>
                <a:latin typeface="Liberation Sans"/>
                <a:ea typeface="Liberation Sans"/>
                <a:cs typeface="Liberation Sans"/>
              </a:rPr>
              <a:t>A user signs a permit.</a:t>
            </a:r>
          </a:p>
          <a:p xmlns:a="http://schemas.openxmlformats.org/drawingml/2006/main">
            <a:pPr>
              <a:defRPr sz="2700" b="0">
                <a:solidFill>
                  <a:srgbClr val="EDF5E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700" b="0">
                <a:solidFill>
                  <a:srgbClr val="EDF5EF"/>
                </a:solidFill>
                <a:latin typeface="Liberation Sans"/>
                <a:ea typeface="Liberation Sans"/>
                <a:cs typeface="Liberation Sans"/>
              </a:rPr>
              <a:t>It has not been submitted on-chain.</a:t>
            </a:r>
          </a:p>
          <a:p xmlns:a="http://schemas.openxmlformats.org/drawingml/2006/main">
            <a:pPr>
              <a:defRPr sz="2700" b="0">
                <a:solidFill>
                  <a:srgbClr val="EDF5E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700" b="0">
                <a:solidFill>
                  <a:srgbClr val="EDF5EF"/>
                </a:solidFill>
                <a:latin typeface="Liberation Sans"/>
                <a:ea typeface="Liberation Sans"/>
                <a:cs typeface="Liberation Sans"/>
              </a:rPr>
              <a:t>The spender’s current allowance is zero.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7DCE77-75B6-43CC-85AF-2FE16D6B5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1066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8EF0A7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225" b="1">
                <a:solidFill>
                  <a:srgbClr val="8EF0A7"/>
                </a:solidFill>
                <a:latin typeface="Liberation Sans"/>
                <a:ea typeface="Liberation Sans"/>
                <a:cs typeface="Liberation Sans"/>
              </a:rPr>
              <a:t>The signature can still activate an allowance later.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BC297D-4CCB-4E48-9800-CECA3DA06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76875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B4CAB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950" b="0">
                <a:solidFill>
                  <a:srgbClr val="B4CABC"/>
                </a:solidFill>
                <a:latin typeface="Liberation Sans"/>
                <a:ea typeface="Liberation Sans"/>
                <a:cs typeface="Liberation Sans"/>
              </a:rPr>
              <a:t>The user needs the captured signature context as well as current chain state.</a:t>
            </a:r>
          </a:p>
        </p:txBody>
      </p:sp>
    </p:spTree>
    <p:extLst>
      <p:ext uri="{BB962C8B-B14F-4D97-AF65-F5344CB8AC3E}">
        <p14:creationId xmlns:p14="http://schemas.microsoft.com/office/powerpoint/2010/main" val="69445766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80E0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A007DC-64E9-45E2-8FF6-09988FFDC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EDF5E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600" b="1">
                <a:solidFill>
                  <a:srgbClr val="EDF5EF"/>
                </a:solidFill>
                <a:latin typeface="Liberation Sans"/>
                <a:ea typeface="Liberation Sans"/>
                <a:cs typeface="Liberation Sans"/>
              </a:rPr>
              <a:t>Existing protections and the remaining gap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FA849F-0A41-443D-AFA4-58E289ABB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53175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B4CAB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0">
                <a:solidFill>
                  <a:srgbClr val="B4CABC"/>
                </a:solidFill>
                <a:latin typeface="Liberation Sans"/>
                <a:ea typeface="Liberation Sans"/>
                <a:cs typeface="Liberation Sans"/>
              </a:rPr>
              <a:t>PermitScope · 3rd-Web-Hack · September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75443B-0F3C-400B-B720-3801E1B49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1076325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EDF5E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550" b="0">
                <a:solidFill>
                  <a:srgbClr val="EDF5EF"/>
                </a:solidFill>
                <a:latin typeface="Liberation Sans"/>
                <a:ea typeface="Liberation Sans"/>
                <a:cs typeface="Liberation Sans"/>
              </a:rPr>
              <a:t>Revoke.cash: existing permit cancellation</a:t>
            </a:r>
          </a:p>
          <a:p xmlns:a="http://schemas.openxmlformats.org/drawingml/2006/main">
            <a:pPr>
              <a:defRPr sz="2550" b="0">
                <a:solidFill>
                  <a:srgbClr val="EDF5E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550" b="0">
                <a:solidFill>
                  <a:srgbClr val="EDF5EF"/>
                </a:solidFill>
                <a:latin typeface="Liberation Sans"/>
                <a:ea typeface="Liberation Sans"/>
                <a:cs typeface="Liberation Sans"/>
              </a:rPr>
              <a:t>Rabby: existing signature history</a:t>
            </a:r>
          </a:p>
          <a:p xmlns:a="http://schemas.openxmlformats.org/drawingml/2006/main">
            <a:pPr>
              <a:defRPr sz="2550" b="0">
                <a:solidFill>
                  <a:srgbClr val="EDF5E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550" b="0">
                <a:solidFill>
                  <a:srgbClr val="EDF5EF"/>
                </a:solidFill>
                <a:latin typeface="Liberation Sans"/>
                <a:ea typeface="Liberation Sans"/>
                <a:cs typeface="Liberation Sans"/>
              </a:rPr>
              <a:t>Wallet security tools: existing risk detection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E33121-E5E0-401F-9C7D-3EDEB91CC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57625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8EF0A7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550" b="1">
                <a:solidFill>
                  <a:srgbClr val="8EF0A7"/>
                </a:solidFill>
                <a:latin typeface="Liberation Sans"/>
                <a:ea typeface="Liberation Sans"/>
                <a:cs typeface="Liberation Sans"/>
              </a:rPr>
              <a:t>Our focus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BA1B43-CA32-497C-A56E-8BFB6BBB9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19625"/>
            <a:ext cx="10382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0">
                <a:solidFill>
                  <a:srgbClr val="EDF5E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625" b="0">
                <a:solidFill>
                  <a:srgbClr val="EDF5EF"/>
                </a:solidFill>
                <a:latin typeface="Liberation Sans"/>
                <a:ea typeface="Liberation Sans"/>
                <a:cs typeface="Liberation Sans"/>
              </a:rPr>
              <a:t>Keep captured permissions tied to their lifecycle, distinguish signature state from allowance, and verify the outcome by execution.</a:t>
            </a:r>
          </a:p>
        </p:txBody>
      </p:sp>
    </p:spTree>
    <p:extLst>
      <p:ext uri="{BB962C8B-B14F-4D97-AF65-F5344CB8AC3E}">
        <p14:creationId xmlns:p14="http://schemas.microsoft.com/office/powerpoint/2010/main" val="69002526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80E0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9F6F49-DDB3-442D-AAD5-8990E4A22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EDF5E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600" b="1">
                <a:solidFill>
                  <a:srgbClr val="EDF5EF"/>
                </a:solidFill>
                <a:latin typeface="Liberation Sans"/>
                <a:ea typeface="Liberation Sans"/>
                <a:cs typeface="Liberation Sans"/>
              </a:rPr>
              <a:t>A working permission lifecycle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E3E07E-BE17-4F76-A636-CE7A87CE5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53175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B4CAB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0">
                <a:solidFill>
                  <a:srgbClr val="B4CABC"/>
                </a:solidFill>
                <a:latin typeface="Liberation Sans"/>
                <a:ea typeface="Liberation Sans"/>
                <a:cs typeface="Liberation Sans"/>
              </a:rPr>
              <a:t>PermitScope · 3rd-Web-Hack · September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A51C5C-B6B4-43F2-906E-EAE0C07C4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8EF0A7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400" b="1">
                <a:solidFill>
                  <a:srgbClr val="8EF0A7"/>
                </a:solidFill>
                <a:latin typeface="Liberation Sans"/>
                <a:ea typeface="Liberation Sans"/>
                <a:cs typeface="Liberation Sans"/>
              </a:rPr>
              <a:t>Capture → inspect → cancel → verify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944aef71544908"/>
          <a:stretch xmlns:a="http://schemas.openxmlformats.org/drawingml/2006/main"/>
        </p:blipFill>
        <p:spPr>
          <a:xfrm xmlns:a="http://schemas.openxmlformats.org/drawingml/2006/main">
            <a:off x="2582333" y="2171700"/>
            <a:ext cx="7027333" cy="39528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662245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80E0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074EC7-25B3-43E7-97D2-C4B6EBC53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EDF5E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600" b="1">
                <a:solidFill>
                  <a:srgbClr val="EDF5EF"/>
                </a:solidFill>
                <a:latin typeface="Liberation Sans"/>
                <a:ea typeface="Liberation Sans"/>
                <a:cs typeface="Liberation Sans"/>
              </a:rPr>
              <a:t>Verified local result: the old signature is rejected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F9289C-2F7E-44FA-97D9-3C037C778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53175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B4CAB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0">
                <a:solidFill>
                  <a:srgbClr val="B4CABC"/>
                </a:solidFill>
                <a:latin typeface="Liberation Sans"/>
                <a:ea typeface="Liberation Sans"/>
                <a:cs typeface="Liberation Sans"/>
              </a:rPr>
              <a:t>PermitScope · 3rd-Web-Hack · September 2026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f67c80742e4d2f"/>
          <a:stretch xmlns:a="http://schemas.openxmlformats.org/drawingml/2006/main"/>
        </p:blipFill>
        <p:spPr>
          <a:xfrm xmlns:a="http://schemas.openxmlformats.org/drawingml/2006/main">
            <a:off x="757767" y="1552575"/>
            <a:ext cx="8009467" cy="450532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7E9BD9-6491-40DF-86F7-125CD5ADB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905000"/>
            <a:ext cx="2190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8EF0A7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550" b="1">
                <a:solidFill>
                  <a:srgbClr val="8EF0A7"/>
                </a:solidFill>
                <a:latin typeface="Liberation Sans"/>
                <a:ea typeface="Liberation Sans"/>
                <a:cs typeface="Liberation Sans"/>
              </a:rPr>
              <a:t>750 tUSD</a:t>
            </a:r>
          </a:p>
          <a:p xmlns:a="http://schemas.openxmlformats.org/drawingml/2006/main">
            <a:pPr>
              <a:defRPr sz="2550" b="1">
                <a:solidFill>
                  <a:srgbClr val="8EF0A7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550" b="1">
                <a:solidFill>
                  <a:srgbClr val="8EF0A7"/>
                </a:solidFill>
                <a:latin typeface="Liberation Sans"/>
                <a:ea typeface="Liberation Sans"/>
                <a:cs typeface="Liberation Sans"/>
              </a:rPr>
              <a:t>before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6D7DEC-2E00-43F2-8353-1B2374DE7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333750"/>
            <a:ext cx="2190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8EF0A7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550" b="1">
                <a:solidFill>
                  <a:srgbClr val="8EF0A7"/>
                </a:solidFill>
                <a:latin typeface="Liberation Sans"/>
                <a:ea typeface="Liberation Sans"/>
                <a:cs typeface="Liberation Sans"/>
              </a:rPr>
              <a:t>Rejected</a:t>
            </a:r>
          </a:p>
          <a:p xmlns:a="http://schemas.openxmlformats.org/drawingml/2006/main">
            <a:pPr>
              <a:defRPr sz="2550" b="1">
                <a:solidFill>
                  <a:srgbClr val="8EF0A7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550" b="1">
                <a:solidFill>
                  <a:srgbClr val="8EF0A7"/>
                </a:solidFill>
                <a:latin typeface="Liberation Sans"/>
                <a:ea typeface="Liberation Sans"/>
                <a:cs typeface="Liberation Sans"/>
              </a:rPr>
              <a:t>after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62FA10-3B5A-4893-B74F-4EAFAFCCA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5000625"/>
            <a:ext cx="219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B4CAB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725" b="0">
                <a:solidFill>
                  <a:srgbClr val="B4CABC"/>
                </a:solidFill>
                <a:latin typeface="Liberation Sans"/>
                <a:ea typeface="Liberation Sans"/>
                <a:cs typeface="Liberation Sans"/>
              </a:rPr>
              <a:t>Test assets</a:t>
            </a:r>
          </a:p>
          <a:p xmlns:a="http://schemas.openxmlformats.org/drawingml/2006/main">
            <a:pPr>
              <a:defRPr sz="1725" b="0">
                <a:solidFill>
                  <a:srgbClr val="B4CAB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725" b="0">
                <a:solidFill>
                  <a:srgbClr val="B4CABC"/>
                </a:solidFill>
                <a:latin typeface="Liberation Sans"/>
                <a:ea typeface="Liberation Sans"/>
                <a:cs typeface="Liberation Sans"/>
              </a:rPr>
              <a:t>Browser EVM</a:t>
            </a:r>
          </a:p>
        </p:txBody>
      </p:sp>
    </p:spTree>
    <p:extLst>
      <p:ext uri="{BB962C8B-B14F-4D97-AF65-F5344CB8AC3E}">
        <p14:creationId xmlns:p14="http://schemas.microsoft.com/office/powerpoint/2010/main" val="75398463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80E0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EBC3D8-6F61-46A0-BD4F-8053E9435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EDF5E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600" b="1">
                <a:solidFill>
                  <a:srgbClr val="EDF5EF"/>
                </a:solidFill>
                <a:latin typeface="Liberation Sans"/>
                <a:ea typeface="Liberation Sans"/>
                <a:cs typeface="Liberation Sans"/>
              </a:rPr>
              <a:t>Boundaries and next steps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F0118B-86D8-44BD-ACA8-A68FADE76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53175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B4CAB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0">
                <a:solidFill>
                  <a:srgbClr val="B4CABC"/>
                </a:solidFill>
                <a:latin typeface="Liberation Sans"/>
                <a:ea typeface="Liberation Sans"/>
                <a:cs typeface="Liberation Sans"/>
              </a:rPr>
              <a:t>PermitScope · 3rd-Web-Hack · September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8B9E16-A8D7-45CF-A420-E16B13903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5048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8EF0A7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550" b="1">
                <a:solidFill>
                  <a:srgbClr val="8EF0A7"/>
                </a:solidFill>
                <a:latin typeface="Liberation Sans"/>
                <a:ea typeface="Liberation Sans"/>
                <a:cs typeface="Liberation Sans"/>
              </a:rPr>
              <a:t>Current scope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78AA33-CC79-4B08-928C-6570905E9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24125"/>
            <a:ext cx="5048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EDF5E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325" b="0">
                <a:solidFill>
                  <a:srgbClr val="EDF5EF"/>
                </a:solidFill>
                <a:latin typeface="Liberation Sans"/>
                <a:ea typeface="Liberation Sans"/>
                <a:cs typeface="Liberation Sans"/>
              </a:rPr>
              <a:t>Captured standard ERC-2612 permits</a:t>
            </a:r>
          </a:p>
          <a:p xmlns:a="http://schemas.openxmlformats.org/drawingml/2006/main">
            <a:pPr>
              <a:defRPr sz="2325" b="0">
                <a:solidFill>
                  <a:srgbClr val="EDF5E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325" b="0">
                <a:solidFill>
                  <a:srgbClr val="EDF5EF"/>
                </a:solidFill>
                <a:latin typeface="Liberation Sans"/>
                <a:ea typeface="Liberation Sans"/>
                <a:cs typeface="Liberation Sans"/>
              </a:rPr>
              <a:t>Known token implementation</a:t>
            </a:r>
          </a:p>
          <a:p xmlns:a="http://schemas.openxmlformats.org/drawingml/2006/main">
            <a:pPr>
              <a:defRPr sz="2325" b="0">
                <a:solidFill>
                  <a:srgbClr val="EDF5E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325" b="0">
                <a:solidFill>
                  <a:srgbClr val="EDF5EF"/>
                </a:solidFill>
                <a:latin typeface="Liberation Sans"/>
                <a:ea typeface="Liberation Sans"/>
                <a:cs typeface="Liberation Sans"/>
              </a:rPr>
              <a:t>Real execution on an isolated EVM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DA2B50-0A80-44EC-9965-C20FB1304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1714500"/>
            <a:ext cx="4857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8EF0A7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550" b="1">
                <a:solidFill>
                  <a:srgbClr val="8EF0A7"/>
                </a:solidFill>
                <a:latin typeface="Liberation Sans"/>
                <a:ea typeface="Liberation Sans"/>
                <a:cs typeface="Liberation Sans"/>
              </a:rPr>
              <a:t>Next validation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4F28EA-9792-4689-A035-AA5F6E92E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524125"/>
            <a:ext cx="4857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EDF5E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325" b="0">
                <a:solidFill>
                  <a:srgbClr val="EDF5EF"/>
                </a:solidFill>
                <a:latin typeface="Liberation Sans"/>
                <a:ea typeface="Liberation Sans"/>
                <a:cs typeface="Liberation Sans"/>
              </a:rPr>
              <a:t>Wallet recorder integration</a:t>
            </a:r>
          </a:p>
          <a:p xmlns:a="http://schemas.openxmlformats.org/drawingml/2006/main">
            <a:pPr>
              <a:defRPr sz="2325" b="0">
                <a:solidFill>
                  <a:srgbClr val="EDF5E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325" b="0">
                <a:solidFill>
                  <a:srgbClr val="EDF5EF"/>
                </a:solidFill>
                <a:latin typeface="Liberation Sans"/>
                <a:ea typeface="Liberation Sans"/>
                <a:cs typeface="Liberation Sans"/>
              </a:rPr>
              <a:t>Public-network state verification</a:t>
            </a:r>
          </a:p>
          <a:p xmlns:a="http://schemas.openxmlformats.org/drawingml/2006/main">
            <a:pPr>
              <a:defRPr sz="2325" b="0">
                <a:solidFill>
                  <a:srgbClr val="EDF5E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325" b="0">
                <a:solidFill>
                  <a:srgbClr val="EDF5EF"/>
                </a:solidFill>
                <a:latin typeface="Liberation Sans"/>
                <a:ea typeface="Liberation Sans"/>
                <a:cs typeface="Liberation Sans"/>
              </a:rPr>
              <a:t>User comprehension and coverage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251921-0966-4E07-8BE5-33CD6A931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10763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B4CAB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175" b="0">
                <a:solidFill>
                  <a:srgbClr val="B4CABC"/>
                </a:solidFill>
                <a:latin typeface="Liberation Sans"/>
                <a:ea typeface="Liberation Sans"/>
                <a:cs typeface="Liberation Sans"/>
              </a:rPr>
              <a:t>Unrecorded signatures remain invisible. No universal protection or recovery of stolen funds is promised.</a:t>
            </a:r>
          </a:p>
        </p:txBody>
      </p:sp>
    </p:spTree>
    <p:extLst>
      <p:ext uri="{BB962C8B-B14F-4D97-AF65-F5344CB8AC3E}">
        <p14:creationId xmlns:p14="http://schemas.microsoft.com/office/powerpoint/2010/main" val="116780253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2026-09-21T13:52:47.0720000Z</dcterms:created>
  <dcterms:modified xsi:type="dcterms:W3CDTF">2026-09-21T13:52:47.0720000Z</dcterms:modified>
</coreProperties>
</file>